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3B82F6">
              <a:alpha val="15000"/>
            </a:srgbClr>
          </a:solidFill>
          <a:ln w="12700">
            <a:solidFill>
              <a:srgbClr val="3B82F6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3200400"/>
            <a:ext cx="1828800" cy="1828800"/>
          </a:xfrm>
          <a:prstGeom prst="ellipse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>
                <a:alpha val="1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9728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CreatorMatch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Brand Collaborations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Everyday Social Media Creators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3383280"/>
            <a:ext cx="146304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520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Points  →  Personas  →  Product Concept  →  Features  →  Value Proposition  →  Go-To-Market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4389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Dhruv Varachhiya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1F3C"/>
          </a:solidFill>
          <a:ln w="12700">
            <a:solidFill>
              <a:srgbClr val="1A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Pain Points — What Keeps Creators Up at Night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468880" cy="384048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Data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280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creators · Reddit + Discord · 1K–80K followers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664208"/>
            <a:ext cx="50292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66420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31/40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14400" y="166420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pitched a brand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2066544"/>
            <a:ext cx="50292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06654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29/40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14400" y="206654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swings month-to-month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2468880"/>
            <a:ext cx="50292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46888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26/40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14400" y="24688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 hrs editing each Reel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871216"/>
            <a:ext cx="50292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871216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23/40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14400" y="287121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Sudden reach drop-offs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3273552"/>
            <a:ext cx="50292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27355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33/40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14400" y="327355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replies / ghosting from brands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3675888"/>
            <a:ext cx="50292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67588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30/40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14400" y="367588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 pricing / undercharging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4078224"/>
            <a:ext cx="50292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07822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21/40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914400" y="407822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delays (60–90 days)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65760" y="44805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say lack of monetisation kills motivation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971800" y="9144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Validated Pain Points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971800" y="1325880"/>
            <a:ext cx="2834640" cy="10515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71800" y="1325880"/>
            <a:ext cx="45720" cy="10515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108960" y="139903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Rejection Fear (31/40)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108960" y="1655064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Creators hesitate to pitch brands fearing silence, rejection, or cringe perception. "Why would a brand work with me?" is the most repeated self-doubt.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971800" y="2514600"/>
            <a:ext cx="2834640" cy="10515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971800" y="2514600"/>
            <a:ext cx="45720" cy="10515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108960" y="258775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Income Instability (29/40)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108960" y="2843784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Creators experience unpredictable earnings — ₹8K one month, ₹800 the next — preventing them from going full-time.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971800" y="3703320"/>
            <a:ext cx="2834640" cy="10515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971800" y="3703320"/>
            <a:ext cx="45720" cy="10515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108960" y="377647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Editing Burnout (26/40)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108960" y="4032504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Creators spend 3–4 hours editing a single Reel, often losing weekends and momentum.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2971800" y="46634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Insight: Most creators are motivated, but lack a clear path to stable income and confidence.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035040" y="9144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Voice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6035040" y="1325880"/>
            <a:ext cx="45720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172200" y="134416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"Bhai brand reply hi nahi karte. Mail daal ke thag gayi hoon."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172200" y="185623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Riya, 12K followers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035040" y="2240280"/>
            <a:ext cx="45720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172200" y="225856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"Editing mein puri Sunday nikal jaati hai. No life left for engagement."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172200" y="277063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Arjun, 45K followers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6035040" y="3154680"/>
            <a:ext cx="45720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172200" y="317296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"Payment 90 din baad bhi nahi aata. It's scary."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172200" y="368503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Sneha, 60K followers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6035040" y="4069080"/>
            <a:ext cx="45720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172200" y="408736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"Gig se portfolio banta toh growth hota. I need that first break."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6172200" y="459943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Ananya, 5K followers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1F3C"/>
          </a:solidFill>
          <a:ln w="12700">
            <a:solidFill>
              <a:srgbClr val="1A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Personas — Who We're Building For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56032" y="914400"/>
            <a:ext cx="2743200" cy="3977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914400"/>
            <a:ext cx="274320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05840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 Micro-Influencer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325880"/>
            <a:ext cx="2523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1K–10K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6032" y="1572768"/>
            <a:ext cx="274320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627632"/>
            <a:ext cx="2523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Riya Sharma, 22 — Indore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1856232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Fashion | 3.2K followers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2084832"/>
            <a:ext cx="2523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"Brand mujhse collab kyun karega?"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65760" y="2487168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5760" y="2670048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her first paid brand collaboration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2999232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Frustration: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5760" y="3182112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Reels take an entire day to create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65760" y="3511296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Need: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5760" y="3694176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way to discover opportunities + faster creation workflow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65760" y="4023360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Metric: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65760" y="4206240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paid gig within 30 days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0" y="914400"/>
            <a:ext cx="2743200" cy="3977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914400"/>
            <a:ext cx="274320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10128" y="1005840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Micro-Influencer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10128" y="1325880"/>
            <a:ext cx="2523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10K–40K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0" y="1572768"/>
            <a:ext cx="274320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10128" y="1627632"/>
            <a:ext cx="2523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Karan Mehta, 27 — Mumbai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310128" y="1856232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Finance | 28K followers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310128" y="2084832"/>
            <a:ext cx="2523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"Kal reach boom, aaj zero — koi logic nahi."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310128" y="2487168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310128" y="2670048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monthly income &amp; better content insights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310128" y="2999232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Frustration: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310128" y="3182112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swings wildly month to month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310128" y="3511296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Need: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310128" y="3694176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Niche-aligned brand campaigns + pricing guidance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310128" y="4023360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Metric: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310128" y="4206240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income within ±20%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144768" y="914400"/>
            <a:ext cx="2743200" cy="3977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144768" y="914400"/>
            <a:ext cx="274320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54496" y="1005840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 Micro-Influencer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254496" y="1325880"/>
            <a:ext cx="2523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40K–80K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144768" y="1572768"/>
            <a:ext cx="274320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54496" y="1627632"/>
            <a:ext cx="2523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Sneha Nair, 31 — Kochi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254496" y="1856232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Skincare &amp; Dermatology | 62K followers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254496" y="2084832"/>
            <a:ext cx="2523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"Contract mein lifetime exclusivity tha... samajh nahi payi."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254496" y="2487168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254496" y="2670048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only with reliable, high-quality skincare brands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254496" y="2999232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Frustration: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254496" y="3182112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payments + heavy revision cycles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254496" y="3511296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Need: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254496" y="3694176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contracts, fast payouts, AI-assisted content production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254496" y="4023360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Metric: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254496" y="4206240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Predictable monthly revenue &amp; faster turnaround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1F3C"/>
          </a:solidFill>
          <a:ln w="12700">
            <a:solidFill>
              <a:srgbClr val="1A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Concept — How We Solve What Creators Face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749808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601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CreatorMatch connects micro-influencers with brand campaigns that fit their niche, audience, and content style — while giving them tools to create faster, pitch safely, and earn reliably. It works as both a growth engine and a brand collaboration marketplace, helping creators turn casual posting into sustainable monetisation.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828800"/>
            <a:ext cx="425196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828800"/>
            <a:ext cx="54864" cy="12801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2336" y="1901952"/>
            <a:ext cx="4041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Match Feed + Brand Profiles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02336" y="2157984"/>
            <a:ext cx="40416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Brands post clear campaign briefs with pricing and expectations. Creators see personalised gig recommendations and can view each brand's profile, previous collaborations, and contact options. Built-in apply buttons remove the need for cold DMs.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02336" y="2852928"/>
            <a:ext cx="4041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Solves: No replies from brands · "How do I approach them?" · Low confidence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709160" y="1828800"/>
            <a:ext cx="425196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1828800"/>
            <a:ext cx="54864" cy="12801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37176" y="1901952"/>
            <a:ext cx="4041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Content Studio (Prompt-Based Creation)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37176" y="2157984"/>
            <a:ext cx="40416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Creators enter an idea or prompt — the AI generates draft scripts, hooks, captions, auto-scheduling, consistent content pipelines, and recommended video structure. They refine it with their own voice, reducing editing time dramatically.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37176" y="2852928"/>
            <a:ext cx="4041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Solves: Slow editing · Creative burnout · Irregular posting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74320" y="3246120"/>
            <a:ext cx="425196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3246120"/>
            <a:ext cx="54864" cy="12801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2336" y="3319272"/>
            <a:ext cx="4041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Insights &amp; Safe Agreements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02336" y="3575304"/>
            <a:ext cx="40416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creators apply or pitch, they see what similar creators usually charge — average rates, typical ranges, and how pricing changes with usage rights. They also get simple, safe contract templates that highlight risky terms like lifetime exclusivity.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02336" y="4270248"/>
            <a:ext cx="4041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Solves: "I don't know what to charge", underpricing, and accidental signing of bad contracts.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709160" y="3246120"/>
            <a:ext cx="425196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09160" y="3246120"/>
            <a:ext cx="54864" cy="12801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37176" y="3319272"/>
            <a:ext cx="4041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Guaranteed Payouts (48–72 hrs)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37176" y="3575304"/>
            <a:ext cx="40416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Escrow-backed payments released quickly after approval. Creators see real-time payment status for every deliverable.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37176" y="4270248"/>
            <a:ext cx="4041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Solves: Unstable income · 60–90 day delays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1F3C"/>
          </a:solidFill>
          <a:ln w="12700">
            <a:solidFill>
              <a:srgbClr val="1A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Prioritised Features &amp; Product Decisions — RICE Framework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RICE Framework — scores out of 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8595360" cy="347472"/>
          </a:xfrm>
          <a:prstGeom prst="rect">
            <a:avLst/>
          </a:prstGeom>
          <a:solidFill>
            <a:srgbClr val="1A1F3C"/>
          </a:solidFill>
          <a:ln w="12700">
            <a:solidFill>
              <a:srgbClr val="1A1F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9184" y="1188720"/>
            <a:ext cx="2688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072384" y="1188720"/>
            <a:ext cx="9509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(5)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078224" y="1188720"/>
            <a:ext cx="9509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(5)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84064" y="1188720"/>
            <a:ext cx="11338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(5)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272784" y="1188720"/>
            <a:ext cx="859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(5)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187184" y="1188720"/>
            <a:ext cx="1591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 Score = (R×I×C)/E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1536192"/>
            <a:ext cx="8595360" cy="411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" y="1536192"/>
            <a:ext cx="2688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Match Feed + Brand Profiles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072384" y="1536192"/>
            <a:ext cx="9509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078224" y="1536192"/>
            <a:ext cx="9509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84064" y="1536192"/>
            <a:ext cx="1133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272784" y="1536192"/>
            <a:ext cx="859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187184" y="1536192"/>
            <a:ext cx="15910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33.3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1947672"/>
            <a:ext cx="85953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" y="1947672"/>
            <a:ext cx="2688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Insights &amp; Safe Agreements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072384" y="1947672"/>
            <a:ext cx="9509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078224" y="1947672"/>
            <a:ext cx="9509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84064" y="1947672"/>
            <a:ext cx="1133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272784" y="1947672"/>
            <a:ext cx="859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187184" y="1947672"/>
            <a:ext cx="15910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30.0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74320" y="2359152"/>
            <a:ext cx="8595360" cy="411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9184" y="2359152"/>
            <a:ext cx="2688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Guaranteed Payouts (48–72 hrs)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072384" y="2359152"/>
            <a:ext cx="9509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078224" y="2359152"/>
            <a:ext cx="9509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84064" y="2359152"/>
            <a:ext cx="1133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272784" y="2359152"/>
            <a:ext cx="859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187184" y="2359152"/>
            <a:ext cx="15910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20.0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74320" y="2770632"/>
            <a:ext cx="85953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9184" y="2770632"/>
            <a:ext cx="2688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Content Studio (Prompt-Based)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072384" y="2770632"/>
            <a:ext cx="9509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078224" y="2770632"/>
            <a:ext cx="9509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084064" y="2770632"/>
            <a:ext cx="1133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272784" y="2770632"/>
            <a:ext cx="859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187184" y="2770632"/>
            <a:ext cx="15910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9.6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274320" y="32918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order: Features that help creators get discovered and earn safely are the highest priority for v1.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274320" y="3685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These Priorities Help Each Persona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320040" y="4105656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12064" y="405079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Riya (Beginner):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920240" y="4050792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Match Feed helps her get her first brand deal without sending dozens of DMs.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20040" y="4453128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12064" y="439826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Karan (Growing):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1920240" y="4398264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Guaranteed Payouts give him more predictable income month-to-month.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20040" y="4800600"/>
            <a:ext cx="109728" cy="10972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12064" y="474573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Sneha (Experienced):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1920240" y="4745736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Insights + Safe Agreements help her avoid undercharging and prevent risky contract terms.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1F3C"/>
          </a:solidFill>
          <a:ln w="12700">
            <a:solidFill>
              <a:srgbClr val="1A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GTM Strategy, Risks &amp; Success Metrics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 Strategy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36576" cy="2286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61872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outreach in Instagram/YouTube creator groups, value-led breakdowns in Reddit/Discord communities, and referral rewards to bring in similar creators.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100–150 D2C brand partners via pilot campaigns, guided onboarding, and match scores that make creator selection faster.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57200" y="2761488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early creator traction by personalised gig recommendations, simplified 2–3 tap application flow, and the "First Gig in 30 Days" program.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291840" y="9144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Risks &amp; Mitigations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91840" y="1234440"/>
            <a:ext cx="2743200" cy="86868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01568" y="1289304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Brands hesitate to post campaigns early on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401568" y="1527048"/>
            <a:ext cx="2542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Provide hands-on support, share example matches, and assist brands in writing strong briefs.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91840" y="2194560"/>
            <a:ext cx="2743200" cy="86868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01568" y="2249424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Creators cautious about trusting the payout system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401568" y="2487168"/>
            <a:ext cx="2542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Escrow-backed payment flow with clear, real-time tracking of when funds are held, approved, and released.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91840" y="3154680"/>
            <a:ext cx="2743200" cy="86868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01568" y="3209544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drafts may not feel authentic for every creator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401568" y="3447288"/>
            <a:ext cx="2542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AI acts only as a starting point — creators retain full control and can tweak scripts, hooks, and ideas.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263640" y="9144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Metrics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63640" y="1234440"/>
            <a:ext cx="2633472" cy="59436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73368" y="1271016"/>
            <a:ext cx="2414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 Activation Rate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373368" y="1490472"/>
            <a:ext cx="24140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Creators completing at least one gig application in their first month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263640" y="1920240"/>
            <a:ext cx="2633472" cy="59436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73368" y="1956816"/>
            <a:ext cx="2414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First Gig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373368" y="2176272"/>
            <a:ext cx="24140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active creators land first paid gig in under 45 days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263640" y="2606040"/>
            <a:ext cx="2633472" cy="59436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73368" y="2642616"/>
            <a:ext cx="2414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Repeat Usage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373368" y="2862072"/>
            <a:ext cx="24140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brands posting 3+ campaigns within two months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263640" y="3291840"/>
            <a:ext cx="2633472" cy="59436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73368" y="3328416"/>
            <a:ext cx="2414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Payout Satisfaction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373368" y="3547872"/>
            <a:ext cx="24140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Payouts released consistently within 72-hr window after approval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263640" y="3977640"/>
            <a:ext cx="2633472" cy="59436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73368" y="4014216"/>
            <a:ext cx="2414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Churn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373368" y="4233672"/>
            <a:ext cx="24140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creator churn from 90% to under 38%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CreatorMatch</dc:title>
  <dc:subject>PptxGenJS Presentation</dc:subject>
  <dc:creator>PptxGenJS</dc:creator>
  <cp:lastModifiedBy>PptxGenJS</cp:lastModifiedBy>
  <cp:revision>1</cp:revision>
  <dcterms:created xsi:type="dcterms:W3CDTF">2026-05-13T07:50:03Z</dcterms:created>
  <dcterms:modified xsi:type="dcterms:W3CDTF">2026-05-13T07:50:03Z</dcterms:modified>
</cp:coreProperties>
</file>